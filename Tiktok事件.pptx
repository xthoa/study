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154ED2-DDCB-455D-AC22-389F07FEE752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</dgm:pt>
    <dgm:pt modelId="{BCF24CFC-E85A-4A6E-818E-DAC03CE9EEDF}">
      <dgm:prSet phldrT="[文本]"/>
      <dgm:spPr/>
      <dgm:t>
        <a:bodyPr/>
        <a:lstStyle/>
        <a:p>
          <a:r>
            <a:rPr lang="en-US" altLang="zh-CN" dirty="0" smtClean="0"/>
            <a:t>Musical.ly</a:t>
          </a:r>
          <a:r>
            <a:rPr lang="zh-CN" altLang="en-US" dirty="0" smtClean="0"/>
            <a:t>在海外流行</a:t>
          </a:r>
          <a:endParaRPr lang="zh-CN" altLang="en-US" dirty="0"/>
        </a:p>
      </dgm:t>
    </dgm:pt>
    <dgm:pt modelId="{8721D54C-C153-4D35-9687-26674E0C5CCF}" type="parTrans" cxnId="{0925CE74-5854-4774-B2D1-E174AF81CD6A}">
      <dgm:prSet/>
      <dgm:spPr/>
      <dgm:t>
        <a:bodyPr/>
        <a:lstStyle/>
        <a:p>
          <a:endParaRPr lang="zh-CN" altLang="en-US"/>
        </a:p>
      </dgm:t>
    </dgm:pt>
    <dgm:pt modelId="{B0205F12-8D18-4D43-BF7F-7D63C5EC66E7}" type="sibTrans" cxnId="{0925CE74-5854-4774-B2D1-E174AF81CD6A}">
      <dgm:prSet/>
      <dgm:spPr/>
      <dgm:t>
        <a:bodyPr/>
        <a:lstStyle/>
        <a:p>
          <a:endParaRPr lang="zh-CN" altLang="en-US"/>
        </a:p>
      </dgm:t>
    </dgm:pt>
    <dgm:pt modelId="{626B2816-E385-49C8-A7C5-B961A09EB8E1}">
      <dgm:prSet phldrT="[文本]"/>
      <dgm:spPr/>
      <dgm:t>
        <a:bodyPr/>
        <a:lstStyle/>
        <a:p>
          <a:r>
            <a:rPr lang="zh-CN" altLang="en-US" dirty="0" smtClean="0"/>
            <a:t>抖音出炉</a:t>
          </a:r>
          <a:r>
            <a:rPr lang="en-US" altLang="zh-CN" dirty="0" smtClean="0"/>
            <a:t>musical.ly</a:t>
          </a:r>
          <a:r>
            <a:rPr lang="zh-CN" altLang="en-US" dirty="0" smtClean="0"/>
            <a:t>控告抖音抄袭</a:t>
          </a:r>
          <a:endParaRPr lang="zh-CN" altLang="en-US" dirty="0"/>
        </a:p>
      </dgm:t>
    </dgm:pt>
    <dgm:pt modelId="{0FA42CF7-B907-4EC9-8A27-76B474E9B065}" type="parTrans" cxnId="{77C92B47-1A18-42F4-A77F-1BDCA4F121D0}">
      <dgm:prSet/>
      <dgm:spPr/>
      <dgm:t>
        <a:bodyPr/>
        <a:lstStyle/>
        <a:p>
          <a:endParaRPr lang="zh-CN" altLang="en-US"/>
        </a:p>
      </dgm:t>
    </dgm:pt>
    <dgm:pt modelId="{1B30EC9D-0E43-46E3-836E-B8CF18DDB8C8}" type="sibTrans" cxnId="{77C92B47-1A18-42F4-A77F-1BDCA4F121D0}">
      <dgm:prSet/>
      <dgm:spPr/>
      <dgm:t>
        <a:bodyPr/>
        <a:lstStyle/>
        <a:p>
          <a:endParaRPr lang="zh-CN" altLang="en-US"/>
        </a:p>
      </dgm:t>
    </dgm:pt>
    <dgm:pt modelId="{3AFBD231-1D57-415D-91FD-85B3D47A37E8}">
      <dgm:prSet phldrT="[文本]"/>
      <dgm:spPr/>
      <dgm:t>
        <a:bodyPr/>
        <a:lstStyle/>
        <a:p>
          <a:r>
            <a:rPr lang="zh-CN" altLang="en-US" dirty="0" smtClean="0"/>
            <a:t>字节跳动收购</a:t>
          </a:r>
          <a:r>
            <a:rPr lang="en-US" altLang="zh-CN" dirty="0" smtClean="0"/>
            <a:t>musical.ly</a:t>
          </a:r>
        </a:p>
        <a:p>
          <a:r>
            <a:rPr lang="zh-CN" altLang="en-US" dirty="0" smtClean="0"/>
            <a:t>被美国调查</a:t>
          </a:r>
          <a:endParaRPr lang="en-US" altLang="zh-CN" dirty="0" smtClean="0"/>
        </a:p>
      </dgm:t>
    </dgm:pt>
    <dgm:pt modelId="{4B81797C-4D84-4939-B33F-918E633AED50}" type="parTrans" cxnId="{12B299CE-4A87-4BEE-AE3B-49255DED447E}">
      <dgm:prSet/>
      <dgm:spPr/>
      <dgm:t>
        <a:bodyPr/>
        <a:lstStyle/>
        <a:p>
          <a:endParaRPr lang="zh-CN" altLang="en-US"/>
        </a:p>
      </dgm:t>
    </dgm:pt>
    <dgm:pt modelId="{0697523C-828D-4DB2-ABC7-660684D37FE5}" type="sibTrans" cxnId="{12B299CE-4A87-4BEE-AE3B-49255DED447E}">
      <dgm:prSet/>
      <dgm:spPr/>
      <dgm:t>
        <a:bodyPr/>
        <a:lstStyle/>
        <a:p>
          <a:endParaRPr lang="zh-CN" altLang="en-US"/>
        </a:p>
      </dgm:t>
    </dgm:pt>
    <dgm:pt modelId="{E714CC7A-A46A-48CE-A437-CDB7B7BBB853}">
      <dgm:prSet phldrT="[文本]"/>
      <dgm:spPr/>
      <dgm:t>
        <a:bodyPr/>
        <a:lstStyle/>
        <a:p>
          <a:r>
            <a:rPr lang="zh-CN" altLang="en-US" dirty="0" smtClean="0"/>
            <a:t>美国部分组织禁止其成员使用</a:t>
          </a:r>
          <a:r>
            <a:rPr lang="en-US" altLang="zh-CN" dirty="0" err="1" smtClean="0"/>
            <a:t>tiktok</a:t>
          </a:r>
          <a:endParaRPr lang="zh-CN" altLang="en-US" dirty="0"/>
        </a:p>
      </dgm:t>
    </dgm:pt>
    <dgm:pt modelId="{F21743EB-B86C-4B6F-BF36-1AB962CE3D5E}" type="parTrans" cxnId="{6F188C6D-160B-4DA4-9B30-E32A49D85BC2}">
      <dgm:prSet/>
      <dgm:spPr/>
      <dgm:t>
        <a:bodyPr/>
        <a:lstStyle/>
        <a:p>
          <a:endParaRPr lang="zh-CN" altLang="en-US"/>
        </a:p>
      </dgm:t>
    </dgm:pt>
    <dgm:pt modelId="{BE77CA7E-60A6-4551-92BE-766430502C32}" type="sibTrans" cxnId="{6F188C6D-160B-4DA4-9B30-E32A49D85BC2}">
      <dgm:prSet/>
      <dgm:spPr/>
      <dgm:t>
        <a:bodyPr/>
        <a:lstStyle/>
        <a:p>
          <a:endParaRPr lang="zh-CN" altLang="en-US"/>
        </a:p>
      </dgm:t>
    </dgm:pt>
    <dgm:pt modelId="{3C8C16EA-A620-4763-9618-151AA3C2B69E}">
      <dgm:prSet phldrT="[文本]"/>
      <dgm:spPr/>
      <dgm:t>
        <a:bodyPr/>
        <a:lstStyle/>
        <a:p>
          <a:r>
            <a:rPr lang="zh-CN" altLang="en-US" dirty="0" smtClean="0"/>
            <a:t>特朗普号召民众对抗</a:t>
          </a:r>
          <a:r>
            <a:rPr lang="en-US" altLang="zh-CN" dirty="0" err="1" smtClean="0"/>
            <a:t>tiktok</a:t>
          </a:r>
          <a:endParaRPr lang="zh-CN" altLang="en-US" dirty="0"/>
        </a:p>
      </dgm:t>
    </dgm:pt>
    <dgm:pt modelId="{E632CCFA-E307-4343-981C-C8D09718FDCF}" type="parTrans" cxnId="{C2691535-ECA6-4EE0-9218-6398469F9ED0}">
      <dgm:prSet/>
      <dgm:spPr/>
      <dgm:t>
        <a:bodyPr/>
        <a:lstStyle/>
        <a:p>
          <a:endParaRPr lang="zh-CN" altLang="en-US"/>
        </a:p>
      </dgm:t>
    </dgm:pt>
    <dgm:pt modelId="{B4244C4A-142B-4CA3-868C-D38EAAA835A9}" type="sibTrans" cxnId="{C2691535-ECA6-4EE0-9218-6398469F9ED0}">
      <dgm:prSet/>
      <dgm:spPr/>
      <dgm:t>
        <a:bodyPr/>
        <a:lstStyle/>
        <a:p>
          <a:endParaRPr lang="zh-CN" altLang="en-US"/>
        </a:p>
      </dgm:t>
    </dgm:pt>
    <dgm:pt modelId="{F7CFFAD6-61A4-46F4-B453-4A07D63D2CB2}">
      <dgm:prSet phldrT="[文本]"/>
      <dgm:spPr/>
      <dgm:t>
        <a:bodyPr/>
        <a:lstStyle/>
        <a:p>
          <a:r>
            <a:rPr lang="zh-CN" altLang="en-US" dirty="0" smtClean="0"/>
            <a:t>特朗普要求字节跳动把</a:t>
          </a:r>
          <a:r>
            <a:rPr lang="en-US" altLang="zh-CN" dirty="0" err="1" smtClean="0"/>
            <a:t>tiktok</a:t>
          </a:r>
          <a:r>
            <a:rPr lang="zh-CN" altLang="en-US" dirty="0" smtClean="0"/>
            <a:t>卖给美国</a:t>
          </a:r>
          <a:endParaRPr lang="zh-CN" altLang="en-US" dirty="0"/>
        </a:p>
      </dgm:t>
    </dgm:pt>
    <dgm:pt modelId="{59C9608F-B50F-4D44-9298-C0A4E020ABE0}" type="parTrans" cxnId="{B0E562CF-7C4E-4C0B-8AEC-73EBF9E82410}">
      <dgm:prSet/>
      <dgm:spPr/>
      <dgm:t>
        <a:bodyPr/>
        <a:lstStyle/>
        <a:p>
          <a:endParaRPr lang="zh-CN" altLang="en-US"/>
        </a:p>
      </dgm:t>
    </dgm:pt>
    <dgm:pt modelId="{5B7E66AF-7BD3-463B-A49B-B7CF4B8C51B0}" type="sibTrans" cxnId="{B0E562CF-7C4E-4C0B-8AEC-73EBF9E82410}">
      <dgm:prSet/>
      <dgm:spPr/>
      <dgm:t>
        <a:bodyPr/>
        <a:lstStyle/>
        <a:p>
          <a:endParaRPr lang="zh-CN" altLang="en-US"/>
        </a:p>
      </dgm:t>
    </dgm:pt>
    <dgm:pt modelId="{5418BFF7-6389-4A50-8F58-4205852AA820}">
      <dgm:prSet phldrT="[文本]"/>
      <dgm:spPr/>
      <dgm:t>
        <a:bodyPr/>
        <a:lstStyle/>
        <a:p>
          <a:r>
            <a:rPr lang="zh-CN" altLang="en-US" dirty="0" smtClean="0"/>
            <a:t>张一鸣没有强烈抗议美国的决定</a:t>
          </a:r>
          <a:endParaRPr lang="zh-CN" altLang="en-US" dirty="0"/>
        </a:p>
      </dgm:t>
    </dgm:pt>
    <dgm:pt modelId="{6B006DE1-544A-4AFD-9612-606A3750A832}" type="parTrans" cxnId="{A2FE3B28-A202-4DA4-AC29-6214932387B4}">
      <dgm:prSet/>
      <dgm:spPr/>
      <dgm:t>
        <a:bodyPr/>
        <a:lstStyle/>
        <a:p>
          <a:endParaRPr lang="zh-CN" altLang="en-US"/>
        </a:p>
      </dgm:t>
    </dgm:pt>
    <dgm:pt modelId="{C0B490A6-2ACE-45E4-B691-658AC5D1FE36}" type="sibTrans" cxnId="{A2FE3B28-A202-4DA4-AC29-6214932387B4}">
      <dgm:prSet/>
      <dgm:spPr/>
      <dgm:t>
        <a:bodyPr/>
        <a:lstStyle/>
        <a:p>
          <a:endParaRPr lang="zh-CN" altLang="en-US"/>
        </a:p>
      </dgm:t>
    </dgm:pt>
    <dgm:pt modelId="{DB88ABA2-0BBC-4EF0-B531-4296383D6E5A}">
      <dgm:prSet phldrT="[文本]"/>
      <dgm:spPr/>
      <dgm:t>
        <a:bodyPr/>
        <a:lstStyle/>
        <a:p>
          <a:r>
            <a:rPr lang="zh-CN" altLang="en-US" dirty="0" smtClean="0"/>
            <a:t>特朗普要求美国不与字节跳动进行交易</a:t>
          </a:r>
          <a:endParaRPr lang="zh-CN" altLang="en-US" dirty="0"/>
        </a:p>
      </dgm:t>
    </dgm:pt>
    <dgm:pt modelId="{7968EAAD-FACE-41B7-A264-85A23CBDF1BB}" type="parTrans" cxnId="{C1E50190-C567-44F8-9058-0E19CD945749}">
      <dgm:prSet/>
      <dgm:spPr/>
      <dgm:t>
        <a:bodyPr/>
        <a:lstStyle/>
        <a:p>
          <a:endParaRPr lang="zh-CN" altLang="en-US"/>
        </a:p>
      </dgm:t>
    </dgm:pt>
    <dgm:pt modelId="{DBE43E59-9181-4DFF-8C46-7308BEE49981}" type="sibTrans" cxnId="{C1E50190-C567-44F8-9058-0E19CD945749}">
      <dgm:prSet/>
      <dgm:spPr/>
      <dgm:t>
        <a:bodyPr/>
        <a:lstStyle/>
        <a:p>
          <a:endParaRPr lang="zh-CN" altLang="en-US"/>
        </a:p>
      </dgm:t>
    </dgm:pt>
    <dgm:pt modelId="{B0A37FD5-3BA6-4DC0-9652-81BEE54F88D2}">
      <dgm:prSet phldrT="[文本]"/>
      <dgm:spPr/>
      <dgm:t>
        <a:bodyPr/>
        <a:lstStyle/>
        <a:p>
          <a:r>
            <a:rPr lang="zh-CN" altLang="en-US" dirty="0" smtClean="0"/>
            <a:t>张一鸣同意美国的决定</a:t>
          </a:r>
          <a:endParaRPr lang="zh-CN" altLang="en-US" dirty="0"/>
        </a:p>
      </dgm:t>
    </dgm:pt>
    <dgm:pt modelId="{3B0359F9-CFBF-466C-A8CE-9E1D91A62265}" type="parTrans" cxnId="{A796DCEC-2E93-44E0-9646-54F07FE1C307}">
      <dgm:prSet/>
      <dgm:spPr/>
      <dgm:t>
        <a:bodyPr/>
        <a:lstStyle/>
        <a:p>
          <a:endParaRPr lang="zh-CN" altLang="en-US"/>
        </a:p>
      </dgm:t>
    </dgm:pt>
    <dgm:pt modelId="{E40AE71B-37C5-4ADE-A5E3-7830156F8A95}" type="sibTrans" cxnId="{A796DCEC-2E93-44E0-9646-54F07FE1C307}">
      <dgm:prSet/>
      <dgm:spPr/>
      <dgm:t>
        <a:bodyPr/>
        <a:lstStyle/>
        <a:p>
          <a:endParaRPr lang="zh-CN" altLang="en-US"/>
        </a:p>
      </dgm:t>
    </dgm:pt>
    <dgm:pt modelId="{4F833A37-B89C-4462-9380-724D5FF42108}">
      <dgm:prSet phldrT="[文本]"/>
      <dgm:spPr/>
      <dgm:t>
        <a:bodyPr/>
        <a:lstStyle/>
        <a:p>
          <a:r>
            <a:rPr lang="zh-CN" altLang="en-US" dirty="0" smtClean="0"/>
            <a:t>特朗普要求字节跳动直接退出</a:t>
          </a:r>
          <a:r>
            <a:rPr lang="en-US" altLang="zh-CN" dirty="0" err="1" smtClean="0"/>
            <a:t>tiktok</a:t>
          </a:r>
          <a:endParaRPr lang="zh-CN" altLang="en-US" dirty="0"/>
        </a:p>
      </dgm:t>
    </dgm:pt>
    <dgm:pt modelId="{281F2FC9-0017-4781-B3C6-DFF9CF9D793F}" type="parTrans" cxnId="{5E0D27DD-5F99-4901-872B-19B619EE3454}">
      <dgm:prSet/>
      <dgm:spPr/>
      <dgm:t>
        <a:bodyPr/>
        <a:lstStyle/>
        <a:p>
          <a:endParaRPr lang="zh-CN" altLang="en-US"/>
        </a:p>
      </dgm:t>
    </dgm:pt>
    <dgm:pt modelId="{8DA09E86-1B23-4374-808D-AB2CAB3C138E}" type="sibTrans" cxnId="{5E0D27DD-5F99-4901-872B-19B619EE3454}">
      <dgm:prSet/>
      <dgm:spPr/>
      <dgm:t>
        <a:bodyPr/>
        <a:lstStyle/>
        <a:p>
          <a:endParaRPr lang="zh-CN" altLang="en-US"/>
        </a:p>
      </dgm:t>
    </dgm:pt>
    <dgm:pt modelId="{EFA58B57-ABE7-4E1E-8C76-8F074D95D138}">
      <dgm:prSet phldrT="[文本]"/>
      <dgm:spPr/>
      <dgm:t>
        <a:bodyPr/>
        <a:lstStyle/>
        <a:p>
          <a:r>
            <a:rPr lang="zh-CN" altLang="en-US" dirty="0" smtClean="0"/>
            <a:t>张一鸣不满并起诉特朗普</a:t>
          </a:r>
          <a:endParaRPr lang="zh-CN" altLang="en-US" dirty="0"/>
        </a:p>
      </dgm:t>
    </dgm:pt>
    <dgm:pt modelId="{A2628A17-6014-4AFA-B58A-7D4EE73E0E78}" type="parTrans" cxnId="{FD8538E2-64B2-4326-8308-4F2F15364ECC}">
      <dgm:prSet/>
      <dgm:spPr/>
      <dgm:t>
        <a:bodyPr/>
        <a:lstStyle/>
        <a:p>
          <a:endParaRPr lang="zh-CN" altLang="en-US"/>
        </a:p>
      </dgm:t>
    </dgm:pt>
    <dgm:pt modelId="{28433B1F-96F1-43A3-A8F5-259F69A671B4}" type="sibTrans" cxnId="{FD8538E2-64B2-4326-8308-4F2F15364ECC}">
      <dgm:prSet/>
      <dgm:spPr/>
      <dgm:t>
        <a:bodyPr/>
        <a:lstStyle/>
        <a:p>
          <a:endParaRPr lang="zh-CN" altLang="en-US"/>
        </a:p>
      </dgm:t>
    </dgm:pt>
    <dgm:pt modelId="{45039775-118E-4BC3-AAAE-0D0F5A0744C9}">
      <dgm:prSet phldrT="[文本]"/>
      <dgm:spPr/>
      <dgm:t>
        <a:bodyPr/>
        <a:lstStyle/>
        <a:p>
          <a:r>
            <a:rPr lang="zh-CN" altLang="en-US" dirty="0" smtClean="0"/>
            <a:t>中国宣布向美国出口须经政府同意</a:t>
          </a:r>
          <a:endParaRPr lang="en-US" altLang="zh-CN" dirty="0" smtClean="0"/>
        </a:p>
      </dgm:t>
    </dgm:pt>
    <dgm:pt modelId="{CF0B8A6F-51EE-4D62-845C-6E93F74C758C}" type="parTrans" cxnId="{F676EB7F-C8DD-4D15-9570-60EA46A200E5}">
      <dgm:prSet/>
      <dgm:spPr/>
      <dgm:t>
        <a:bodyPr/>
        <a:lstStyle/>
        <a:p>
          <a:endParaRPr lang="zh-CN" altLang="en-US"/>
        </a:p>
      </dgm:t>
    </dgm:pt>
    <dgm:pt modelId="{E4E36A97-652E-4E89-9D26-0DBA497EBD00}" type="sibTrans" cxnId="{F676EB7F-C8DD-4D15-9570-60EA46A200E5}">
      <dgm:prSet/>
      <dgm:spPr/>
      <dgm:t>
        <a:bodyPr/>
        <a:lstStyle/>
        <a:p>
          <a:endParaRPr lang="zh-CN" altLang="en-US"/>
        </a:p>
      </dgm:t>
    </dgm:pt>
    <dgm:pt modelId="{E27006AE-43BF-4CCA-8A21-ECF15618F188}" type="pres">
      <dgm:prSet presAssocID="{A6154ED2-DDCB-455D-AC22-389F07FEE752}" presName="Name0" presStyleCnt="0">
        <dgm:presLayoutVars>
          <dgm:dir/>
          <dgm:resizeHandles/>
        </dgm:presLayoutVars>
      </dgm:prSet>
      <dgm:spPr/>
    </dgm:pt>
    <dgm:pt modelId="{A53E7FB9-DE99-4515-8497-30B1BECE421A}" type="pres">
      <dgm:prSet presAssocID="{BCF24CFC-E85A-4A6E-818E-DAC03CE9EEDF}" presName="compNode" presStyleCnt="0"/>
      <dgm:spPr/>
    </dgm:pt>
    <dgm:pt modelId="{91142A63-8A74-4F14-AFA5-537635544C84}" type="pres">
      <dgm:prSet presAssocID="{BCF24CFC-E85A-4A6E-818E-DAC03CE9EEDF}" presName="dummyConnPt" presStyleCnt="0"/>
      <dgm:spPr/>
    </dgm:pt>
    <dgm:pt modelId="{A88D442E-8144-470C-8DA8-013DBA7BE643}" type="pres">
      <dgm:prSet presAssocID="{BCF24CFC-E85A-4A6E-818E-DAC03CE9EEDF}" presName="node" presStyleLbl="node1" presStyleIdx="0" presStyleCnt="12">
        <dgm:presLayoutVars>
          <dgm:bulletEnabled val="1"/>
        </dgm:presLayoutVars>
      </dgm:prSet>
      <dgm:spPr/>
    </dgm:pt>
    <dgm:pt modelId="{524CA244-067B-46A2-987B-F42590216B5F}" type="pres">
      <dgm:prSet presAssocID="{B0205F12-8D18-4D43-BF7F-7D63C5EC66E7}" presName="sibTrans" presStyleLbl="bgSibTrans2D1" presStyleIdx="0" presStyleCnt="11"/>
      <dgm:spPr/>
    </dgm:pt>
    <dgm:pt modelId="{E981DB66-CBBD-452A-BF12-65C5093D8AA9}" type="pres">
      <dgm:prSet presAssocID="{626B2816-E385-49C8-A7C5-B961A09EB8E1}" presName="compNode" presStyleCnt="0"/>
      <dgm:spPr/>
    </dgm:pt>
    <dgm:pt modelId="{A095120D-0A94-4A4F-9CF7-A3BFDF24FBEC}" type="pres">
      <dgm:prSet presAssocID="{626B2816-E385-49C8-A7C5-B961A09EB8E1}" presName="dummyConnPt" presStyleCnt="0"/>
      <dgm:spPr/>
    </dgm:pt>
    <dgm:pt modelId="{D1DB2D0E-23A4-40D0-9EFE-E48084267C45}" type="pres">
      <dgm:prSet presAssocID="{626B2816-E385-49C8-A7C5-B961A09EB8E1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F997CBE-6B14-4C45-A16E-28E5000E043C}" type="pres">
      <dgm:prSet presAssocID="{1B30EC9D-0E43-46E3-836E-B8CF18DDB8C8}" presName="sibTrans" presStyleLbl="bgSibTrans2D1" presStyleIdx="1" presStyleCnt="11"/>
      <dgm:spPr/>
    </dgm:pt>
    <dgm:pt modelId="{A71D61C5-3FEF-4DD9-8AA7-166E396058B1}" type="pres">
      <dgm:prSet presAssocID="{3AFBD231-1D57-415D-91FD-85B3D47A37E8}" presName="compNode" presStyleCnt="0"/>
      <dgm:spPr/>
    </dgm:pt>
    <dgm:pt modelId="{3FF4203B-3776-45AA-A570-8F45FEAAA6B6}" type="pres">
      <dgm:prSet presAssocID="{3AFBD231-1D57-415D-91FD-85B3D47A37E8}" presName="dummyConnPt" presStyleCnt="0"/>
      <dgm:spPr/>
    </dgm:pt>
    <dgm:pt modelId="{CE0DA9E9-AD42-4665-A881-31CE4D8CB41A}" type="pres">
      <dgm:prSet presAssocID="{3AFBD231-1D57-415D-91FD-85B3D47A37E8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0173B1B-B709-4C2F-B6EA-73674349273C}" type="pres">
      <dgm:prSet presAssocID="{0697523C-828D-4DB2-ABC7-660684D37FE5}" presName="sibTrans" presStyleLbl="bgSibTrans2D1" presStyleIdx="2" presStyleCnt="11"/>
      <dgm:spPr/>
    </dgm:pt>
    <dgm:pt modelId="{339E8C98-F51B-4113-A482-DB3C848DE35A}" type="pres">
      <dgm:prSet presAssocID="{E714CC7A-A46A-48CE-A437-CDB7B7BBB853}" presName="compNode" presStyleCnt="0"/>
      <dgm:spPr/>
    </dgm:pt>
    <dgm:pt modelId="{0DC3207C-F98F-4BFB-9B95-3EEEDF25E4D3}" type="pres">
      <dgm:prSet presAssocID="{E714CC7A-A46A-48CE-A437-CDB7B7BBB853}" presName="dummyConnPt" presStyleCnt="0"/>
      <dgm:spPr/>
    </dgm:pt>
    <dgm:pt modelId="{1D102D59-2F1D-44ED-928C-F4B374158EC3}" type="pres">
      <dgm:prSet presAssocID="{E714CC7A-A46A-48CE-A437-CDB7B7BBB853}" presName="node" presStyleLbl="node1" presStyleIdx="3" presStyleCnt="12">
        <dgm:presLayoutVars>
          <dgm:bulletEnabled val="1"/>
        </dgm:presLayoutVars>
      </dgm:prSet>
      <dgm:spPr/>
    </dgm:pt>
    <dgm:pt modelId="{CB063578-24FA-4B36-BDC5-121D25ACD178}" type="pres">
      <dgm:prSet presAssocID="{BE77CA7E-60A6-4551-92BE-766430502C32}" presName="sibTrans" presStyleLbl="bgSibTrans2D1" presStyleIdx="3" presStyleCnt="11"/>
      <dgm:spPr/>
    </dgm:pt>
    <dgm:pt modelId="{C3A96343-4CAB-43C6-AC88-30B51B2751E2}" type="pres">
      <dgm:prSet presAssocID="{3C8C16EA-A620-4763-9618-151AA3C2B69E}" presName="compNode" presStyleCnt="0"/>
      <dgm:spPr/>
    </dgm:pt>
    <dgm:pt modelId="{CD69969B-B8E3-46FB-B06C-15E399387ED0}" type="pres">
      <dgm:prSet presAssocID="{3C8C16EA-A620-4763-9618-151AA3C2B69E}" presName="dummyConnPt" presStyleCnt="0"/>
      <dgm:spPr/>
    </dgm:pt>
    <dgm:pt modelId="{6D8E5DD8-93BD-4C2D-B542-022BF928654B}" type="pres">
      <dgm:prSet presAssocID="{3C8C16EA-A620-4763-9618-151AA3C2B69E}" presName="node" presStyleLbl="node1" presStyleIdx="4" presStyleCnt="12">
        <dgm:presLayoutVars>
          <dgm:bulletEnabled val="1"/>
        </dgm:presLayoutVars>
      </dgm:prSet>
      <dgm:spPr/>
    </dgm:pt>
    <dgm:pt modelId="{D91A5D2B-1D87-4841-98A5-E67745B5C91D}" type="pres">
      <dgm:prSet presAssocID="{B4244C4A-142B-4CA3-868C-D38EAAA835A9}" presName="sibTrans" presStyleLbl="bgSibTrans2D1" presStyleIdx="4" presStyleCnt="11"/>
      <dgm:spPr/>
    </dgm:pt>
    <dgm:pt modelId="{E0EADEAB-07A1-4EC0-AFB8-69437114466A}" type="pres">
      <dgm:prSet presAssocID="{F7CFFAD6-61A4-46F4-B453-4A07D63D2CB2}" presName="compNode" presStyleCnt="0"/>
      <dgm:spPr/>
    </dgm:pt>
    <dgm:pt modelId="{C5A2BBD8-41C5-432A-B9E5-B3F7F43338ED}" type="pres">
      <dgm:prSet presAssocID="{F7CFFAD6-61A4-46F4-B453-4A07D63D2CB2}" presName="dummyConnPt" presStyleCnt="0"/>
      <dgm:spPr/>
    </dgm:pt>
    <dgm:pt modelId="{D8E0506A-609A-4EBE-9AFB-2AF11372618A}" type="pres">
      <dgm:prSet presAssocID="{F7CFFAD6-61A4-46F4-B453-4A07D63D2CB2}" presName="node" presStyleLbl="node1" presStyleIdx="5" presStyleCnt="12">
        <dgm:presLayoutVars>
          <dgm:bulletEnabled val="1"/>
        </dgm:presLayoutVars>
      </dgm:prSet>
      <dgm:spPr/>
    </dgm:pt>
    <dgm:pt modelId="{9C8421FE-A2A9-4249-88A1-D1D8CC264DC1}" type="pres">
      <dgm:prSet presAssocID="{5B7E66AF-7BD3-463B-A49B-B7CF4B8C51B0}" presName="sibTrans" presStyleLbl="bgSibTrans2D1" presStyleIdx="5" presStyleCnt="11"/>
      <dgm:spPr/>
    </dgm:pt>
    <dgm:pt modelId="{D0485938-D4FC-4C6B-8A0B-FFE7EE43688E}" type="pres">
      <dgm:prSet presAssocID="{5418BFF7-6389-4A50-8F58-4205852AA820}" presName="compNode" presStyleCnt="0"/>
      <dgm:spPr/>
    </dgm:pt>
    <dgm:pt modelId="{65CF60DD-E5FB-46C4-B39F-B53BA06BE945}" type="pres">
      <dgm:prSet presAssocID="{5418BFF7-6389-4A50-8F58-4205852AA820}" presName="dummyConnPt" presStyleCnt="0"/>
      <dgm:spPr/>
    </dgm:pt>
    <dgm:pt modelId="{F0FA007D-CAD3-4702-988C-DA57A476FE40}" type="pres">
      <dgm:prSet presAssocID="{5418BFF7-6389-4A50-8F58-4205852AA820}" presName="node" presStyleLbl="node1" presStyleIdx="6" presStyleCnt="12">
        <dgm:presLayoutVars>
          <dgm:bulletEnabled val="1"/>
        </dgm:presLayoutVars>
      </dgm:prSet>
      <dgm:spPr/>
    </dgm:pt>
    <dgm:pt modelId="{FCAD27FA-F64C-418B-A6D0-7950157FDB81}" type="pres">
      <dgm:prSet presAssocID="{C0B490A6-2ACE-45E4-B691-658AC5D1FE36}" presName="sibTrans" presStyleLbl="bgSibTrans2D1" presStyleIdx="6" presStyleCnt="11"/>
      <dgm:spPr/>
    </dgm:pt>
    <dgm:pt modelId="{D57B5CE8-FE13-48E3-832F-4EB6B7ED44A4}" type="pres">
      <dgm:prSet presAssocID="{DB88ABA2-0BBC-4EF0-B531-4296383D6E5A}" presName="compNode" presStyleCnt="0"/>
      <dgm:spPr/>
    </dgm:pt>
    <dgm:pt modelId="{BC80307B-807C-4B47-9FB6-0FE8EAC832B7}" type="pres">
      <dgm:prSet presAssocID="{DB88ABA2-0BBC-4EF0-B531-4296383D6E5A}" presName="dummyConnPt" presStyleCnt="0"/>
      <dgm:spPr/>
    </dgm:pt>
    <dgm:pt modelId="{BD2C32FB-4644-43D5-AA85-FF54074EEF57}" type="pres">
      <dgm:prSet presAssocID="{DB88ABA2-0BBC-4EF0-B531-4296383D6E5A}" presName="node" presStyleLbl="node1" presStyleIdx="7" presStyleCnt="12">
        <dgm:presLayoutVars>
          <dgm:bulletEnabled val="1"/>
        </dgm:presLayoutVars>
      </dgm:prSet>
      <dgm:spPr/>
    </dgm:pt>
    <dgm:pt modelId="{A92FA595-E2DE-4D07-8E82-2C84E9418292}" type="pres">
      <dgm:prSet presAssocID="{DBE43E59-9181-4DFF-8C46-7308BEE49981}" presName="sibTrans" presStyleLbl="bgSibTrans2D1" presStyleIdx="7" presStyleCnt="11"/>
      <dgm:spPr/>
    </dgm:pt>
    <dgm:pt modelId="{F9E9767A-2C05-4ECB-9AAF-7BEF5DE6B1CA}" type="pres">
      <dgm:prSet presAssocID="{B0A37FD5-3BA6-4DC0-9652-81BEE54F88D2}" presName="compNode" presStyleCnt="0"/>
      <dgm:spPr/>
    </dgm:pt>
    <dgm:pt modelId="{0F829F5B-C94F-4E35-B0F2-44672EFE17EB}" type="pres">
      <dgm:prSet presAssocID="{B0A37FD5-3BA6-4DC0-9652-81BEE54F88D2}" presName="dummyConnPt" presStyleCnt="0"/>
      <dgm:spPr/>
    </dgm:pt>
    <dgm:pt modelId="{38872492-437A-4197-989D-E6A24CABBC0D}" type="pres">
      <dgm:prSet presAssocID="{B0A37FD5-3BA6-4DC0-9652-81BEE54F88D2}" presName="node" presStyleLbl="node1" presStyleIdx="8" presStyleCnt="12">
        <dgm:presLayoutVars>
          <dgm:bulletEnabled val="1"/>
        </dgm:presLayoutVars>
      </dgm:prSet>
      <dgm:spPr/>
    </dgm:pt>
    <dgm:pt modelId="{B988D6C3-2372-4AF4-8F39-ED3D111336FB}" type="pres">
      <dgm:prSet presAssocID="{E40AE71B-37C5-4ADE-A5E3-7830156F8A95}" presName="sibTrans" presStyleLbl="bgSibTrans2D1" presStyleIdx="8" presStyleCnt="11"/>
      <dgm:spPr/>
    </dgm:pt>
    <dgm:pt modelId="{2D331C61-269A-45BD-ADBF-9E422D2C9C4B}" type="pres">
      <dgm:prSet presAssocID="{4F833A37-B89C-4462-9380-724D5FF42108}" presName="compNode" presStyleCnt="0"/>
      <dgm:spPr/>
    </dgm:pt>
    <dgm:pt modelId="{1DC7C525-F56F-4C86-94BA-F99AF3D7D4B3}" type="pres">
      <dgm:prSet presAssocID="{4F833A37-B89C-4462-9380-724D5FF42108}" presName="dummyConnPt" presStyleCnt="0"/>
      <dgm:spPr/>
    </dgm:pt>
    <dgm:pt modelId="{DEC8A953-1360-4E05-984A-34900FE1C210}" type="pres">
      <dgm:prSet presAssocID="{4F833A37-B89C-4462-9380-724D5FF42108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A8130BB-6806-4E2E-A537-75540E810D8B}" type="pres">
      <dgm:prSet presAssocID="{8DA09E86-1B23-4374-808D-AB2CAB3C138E}" presName="sibTrans" presStyleLbl="bgSibTrans2D1" presStyleIdx="9" presStyleCnt="11"/>
      <dgm:spPr/>
    </dgm:pt>
    <dgm:pt modelId="{21DB7D4F-E241-4611-B88F-844382FE6424}" type="pres">
      <dgm:prSet presAssocID="{EFA58B57-ABE7-4E1E-8C76-8F074D95D138}" presName="compNode" presStyleCnt="0"/>
      <dgm:spPr/>
    </dgm:pt>
    <dgm:pt modelId="{616C0273-CF58-422E-8B80-C9058EC55F52}" type="pres">
      <dgm:prSet presAssocID="{EFA58B57-ABE7-4E1E-8C76-8F074D95D138}" presName="dummyConnPt" presStyleCnt="0"/>
      <dgm:spPr/>
    </dgm:pt>
    <dgm:pt modelId="{E8FB5BA3-60B7-41B1-8336-4A0353A7C964}" type="pres">
      <dgm:prSet presAssocID="{EFA58B57-ABE7-4E1E-8C76-8F074D95D138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660DD75-49B2-447E-91A7-00AA58EA5FDB}" type="pres">
      <dgm:prSet presAssocID="{28433B1F-96F1-43A3-A8F5-259F69A671B4}" presName="sibTrans" presStyleLbl="bgSibTrans2D1" presStyleIdx="10" presStyleCnt="11"/>
      <dgm:spPr/>
    </dgm:pt>
    <dgm:pt modelId="{F8F8572D-6690-4A37-9537-4F5AC3C44F5D}" type="pres">
      <dgm:prSet presAssocID="{45039775-118E-4BC3-AAAE-0D0F5A0744C9}" presName="compNode" presStyleCnt="0"/>
      <dgm:spPr/>
    </dgm:pt>
    <dgm:pt modelId="{EFF5FE83-998A-410F-8DD0-A1243691B602}" type="pres">
      <dgm:prSet presAssocID="{45039775-118E-4BC3-AAAE-0D0F5A0744C9}" presName="dummyConnPt" presStyleCnt="0"/>
      <dgm:spPr/>
    </dgm:pt>
    <dgm:pt modelId="{6D6C1F59-9679-4243-94C4-68BB099AF464}" type="pres">
      <dgm:prSet presAssocID="{45039775-118E-4BC3-AAAE-0D0F5A0744C9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2691535-ECA6-4EE0-9218-6398469F9ED0}" srcId="{A6154ED2-DDCB-455D-AC22-389F07FEE752}" destId="{3C8C16EA-A620-4763-9618-151AA3C2B69E}" srcOrd="4" destOrd="0" parTransId="{E632CCFA-E307-4343-981C-C8D09718FDCF}" sibTransId="{B4244C4A-142B-4CA3-868C-D38EAAA835A9}"/>
    <dgm:cxn modelId="{0925CE74-5854-4774-B2D1-E174AF81CD6A}" srcId="{A6154ED2-DDCB-455D-AC22-389F07FEE752}" destId="{BCF24CFC-E85A-4A6E-818E-DAC03CE9EEDF}" srcOrd="0" destOrd="0" parTransId="{8721D54C-C153-4D35-9687-26674E0C5CCF}" sibTransId="{B0205F12-8D18-4D43-BF7F-7D63C5EC66E7}"/>
    <dgm:cxn modelId="{459DA4D6-F5D0-4FDE-8B7E-5ABF06CBDC97}" type="presOf" srcId="{3AFBD231-1D57-415D-91FD-85B3D47A37E8}" destId="{CE0DA9E9-AD42-4665-A881-31CE4D8CB41A}" srcOrd="0" destOrd="0" presId="urn:microsoft.com/office/officeart/2005/8/layout/bProcess4"/>
    <dgm:cxn modelId="{4DB4952A-9697-4CFE-930B-AA7C0987A8B2}" type="presOf" srcId="{F7CFFAD6-61A4-46F4-B453-4A07D63D2CB2}" destId="{D8E0506A-609A-4EBE-9AFB-2AF11372618A}" srcOrd="0" destOrd="0" presId="urn:microsoft.com/office/officeart/2005/8/layout/bProcess4"/>
    <dgm:cxn modelId="{BC6742CB-9C64-4B0B-97F4-186714C758FB}" type="presOf" srcId="{5418BFF7-6389-4A50-8F58-4205852AA820}" destId="{F0FA007D-CAD3-4702-988C-DA57A476FE40}" srcOrd="0" destOrd="0" presId="urn:microsoft.com/office/officeart/2005/8/layout/bProcess4"/>
    <dgm:cxn modelId="{C1E50190-C567-44F8-9058-0E19CD945749}" srcId="{A6154ED2-DDCB-455D-AC22-389F07FEE752}" destId="{DB88ABA2-0BBC-4EF0-B531-4296383D6E5A}" srcOrd="7" destOrd="0" parTransId="{7968EAAD-FACE-41B7-A264-85A23CBDF1BB}" sibTransId="{DBE43E59-9181-4DFF-8C46-7308BEE49981}"/>
    <dgm:cxn modelId="{FD8538E2-64B2-4326-8308-4F2F15364ECC}" srcId="{A6154ED2-DDCB-455D-AC22-389F07FEE752}" destId="{EFA58B57-ABE7-4E1E-8C76-8F074D95D138}" srcOrd="10" destOrd="0" parTransId="{A2628A17-6014-4AFA-B58A-7D4EE73E0E78}" sibTransId="{28433B1F-96F1-43A3-A8F5-259F69A671B4}"/>
    <dgm:cxn modelId="{F676EB7F-C8DD-4D15-9570-60EA46A200E5}" srcId="{A6154ED2-DDCB-455D-AC22-389F07FEE752}" destId="{45039775-118E-4BC3-AAAE-0D0F5A0744C9}" srcOrd="11" destOrd="0" parTransId="{CF0B8A6F-51EE-4D62-845C-6E93F74C758C}" sibTransId="{E4E36A97-652E-4E89-9D26-0DBA497EBD00}"/>
    <dgm:cxn modelId="{A2FE3B28-A202-4DA4-AC29-6214932387B4}" srcId="{A6154ED2-DDCB-455D-AC22-389F07FEE752}" destId="{5418BFF7-6389-4A50-8F58-4205852AA820}" srcOrd="6" destOrd="0" parTransId="{6B006DE1-544A-4AFD-9612-606A3750A832}" sibTransId="{C0B490A6-2ACE-45E4-B691-658AC5D1FE36}"/>
    <dgm:cxn modelId="{A617735C-26B2-488E-85E7-4BDAD80223C8}" type="presOf" srcId="{B4244C4A-142B-4CA3-868C-D38EAAA835A9}" destId="{D91A5D2B-1D87-4841-98A5-E67745B5C91D}" srcOrd="0" destOrd="0" presId="urn:microsoft.com/office/officeart/2005/8/layout/bProcess4"/>
    <dgm:cxn modelId="{F73A636B-3723-4BF6-8F81-4783AF6AFE15}" type="presOf" srcId="{B0A37FD5-3BA6-4DC0-9652-81BEE54F88D2}" destId="{38872492-437A-4197-989D-E6A24CABBC0D}" srcOrd="0" destOrd="0" presId="urn:microsoft.com/office/officeart/2005/8/layout/bProcess4"/>
    <dgm:cxn modelId="{E1CE1C14-2AC3-482C-8AC3-0790E9FEFAFD}" type="presOf" srcId="{DBE43E59-9181-4DFF-8C46-7308BEE49981}" destId="{A92FA595-E2DE-4D07-8E82-2C84E9418292}" srcOrd="0" destOrd="0" presId="urn:microsoft.com/office/officeart/2005/8/layout/bProcess4"/>
    <dgm:cxn modelId="{49960C09-437E-4402-AA0E-8B2949F08468}" type="presOf" srcId="{5B7E66AF-7BD3-463B-A49B-B7CF4B8C51B0}" destId="{9C8421FE-A2A9-4249-88A1-D1D8CC264DC1}" srcOrd="0" destOrd="0" presId="urn:microsoft.com/office/officeart/2005/8/layout/bProcess4"/>
    <dgm:cxn modelId="{55087406-8BA0-4C26-97F9-E1D03126062E}" type="presOf" srcId="{DB88ABA2-0BBC-4EF0-B531-4296383D6E5A}" destId="{BD2C32FB-4644-43D5-AA85-FF54074EEF57}" srcOrd="0" destOrd="0" presId="urn:microsoft.com/office/officeart/2005/8/layout/bProcess4"/>
    <dgm:cxn modelId="{2093C768-9F53-40A1-9648-0A2C37261D04}" type="presOf" srcId="{EFA58B57-ABE7-4E1E-8C76-8F074D95D138}" destId="{E8FB5BA3-60B7-41B1-8336-4A0353A7C964}" srcOrd="0" destOrd="0" presId="urn:microsoft.com/office/officeart/2005/8/layout/bProcess4"/>
    <dgm:cxn modelId="{77C92B47-1A18-42F4-A77F-1BDCA4F121D0}" srcId="{A6154ED2-DDCB-455D-AC22-389F07FEE752}" destId="{626B2816-E385-49C8-A7C5-B961A09EB8E1}" srcOrd="1" destOrd="0" parTransId="{0FA42CF7-B907-4EC9-8A27-76B474E9B065}" sibTransId="{1B30EC9D-0E43-46E3-836E-B8CF18DDB8C8}"/>
    <dgm:cxn modelId="{309D6966-9D91-4EC0-A9FC-D69BF9C2D478}" type="presOf" srcId="{B0205F12-8D18-4D43-BF7F-7D63C5EC66E7}" destId="{524CA244-067B-46A2-987B-F42590216B5F}" srcOrd="0" destOrd="0" presId="urn:microsoft.com/office/officeart/2005/8/layout/bProcess4"/>
    <dgm:cxn modelId="{A0557185-B5BF-4F87-BE9B-BC73F8A1C476}" type="presOf" srcId="{A6154ED2-DDCB-455D-AC22-389F07FEE752}" destId="{E27006AE-43BF-4CCA-8A21-ECF15618F188}" srcOrd="0" destOrd="0" presId="urn:microsoft.com/office/officeart/2005/8/layout/bProcess4"/>
    <dgm:cxn modelId="{5E0D27DD-5F99-4901-872B-19B619EE3454}" srcId="{A6154ED2-DDCB-455D-AC22-389F07FEE752}" destId="{4F833A37-B89C-4462-9380-724D5FF42108}" srcOrd="9" destOrd="0" parTransId="{281F2FC9-0017-4781-B3C6-DFF9CF9D793F}" sibTransId="{8DA09E86-1B23-4374-808D-AB2CAB3C138E}"/>
    <dgm:cxn modelId="{04123D11-DBFA-4288-B0C9-54C43CDC1154}" type="presOf" srcId="{45039775-118E-4BC3-AAAE-0D0F5A0744C9}" destId="{6D6C1F59-9679-4243-94C4-68BB099AF464}" srcOrd="0" destOrd="0" presId="urn:microsoft.com/office/officeart/2005/8/layout/bProcess4"/>
    <dgm:cxn modelId="{B385E763-F9C3-413A-96F9-26BCC1D7E126}" type="presOf" srcId="{3C8C16EA-A620-4763-9618-151AA3C2B69E}" destId="{6D8E5DD8-93BD-4C2D-B542-022BF928654B}" srcOrd="0" destOrd="0" presId="urn:microsoft.com/office/officeart/2005/8/layout/bProcess4"/>
    <dgm:cxn modelId="{6F188C6D-160B-4DA4-9B30-E32A49D85BC2}" srcId="{A6154ED2-DDCB-455D-AC22-389F07FEE752}" destId="{E714CC7A-A46A-48CE-A437-CDB7B7BBB853}" srcOrd="3" destOrd="0" parTransId="{F21743EB-B86C-4B6F-BF36-1AB962CE3D5E}" sibTransId="{BE77CA7E-60A6-4551-92BE-766430502C32}"/>
    <dgm:cxn modelId="{A796DCEC-2E93-44E0-9646-54F07FE1C307}" srcId="{A6154ED2-DDCB-455D-AC22-389F07FEE752}" destId="{B0A37FD5-3BA6-4DC0-9652-81BEE54F88D2}" srcOrd="8" destOrd="0" parTransId="{3B0359F9-CFBF-466C-A8CE-9E1D91A62265}" sibTransId="{E40AE71B-37C5-4ADE-A5E3-7830156F8A95}"/>
    <dgm:cxn modelId="{7DE0ACD0-456F-4F3C-8FB0-A305644AB948}" type="presOf" srcId="{28433B1F-96F1-43A3-A8F5-259F69A671B4}" destId="{B660DD75-49B2-447E-91A7-00AA58EA5FDB}" srcOrd="0" destOrd="0" presId="urn:microsoft.com/office/officeart/2005/8/layout/bProcess4"/>
    <dgm:cxn modelId="{12B299CE-4A87-4BEE-AE3B-49255DED447E}" srcId="{A6154ED2-DDCB-455D-AC22-389F07FEE752}" destId="{3AFBD231-1D57-415D-91FD-85B3D47A37E8}" srcOrd="2" destOrd="0" parTransId="{4B81797C-4D84-4939-B33F-918E633AED50}" sibTransId="{0697523C-828D-4DB2-ABC7-660684D37FE5}"/>
    <dgm:cxn modelId="{B3EE0B51-2075-4239-AD04-8C0371D2C473}" type="presOf" srcId="{E714CC7A-A46A-48CE-A437-CDB7B7BBB853}" destId="{1D102D59-2F1D-44ED-928C-F4B374158EC3}" srcOrd="0" destOrd="0" presId="urn:microsoft.com/office/officeart/2005/8/layout/bProcess4"/>
    <dgm:cxn modelId="{2806EED8-03DC-4152-AB6C-0DE6A583738D}" type="presOf" srcId="{626B2816-E385-49C8-A7C5-B961A09EB8E1}" destId="{D1DB2D0E-23A4-40D0-9EFE-E48084267C45}" srcOrd="0" destOrd="0" presId="urn:microsoft.com/office/officeart/2005/8/layout/bProcess4"/>
    <dgm:cxn modelId="{D361A2E4-0357-47EA-8640-DF2C11F4F4FA}" type="presOf" srcId="{E40AE71B-37C5-4ADE-A5E3-7830156F8A95}" destId="{B988D6C3-2372-4AF4-8F39-ED3D111336FB}" srcOrd="0" destOrd="0" presId="urn:microsoft.com/office/officeart/2005/8/layout/bProcess4"/>
    <dgm:cxn modelId="{D997BA0E-6EA3-4FDD-9111-F6935BDD5A79}" type="presOf" srcId="{BE77CA7E-60A6-4551-92BE-766430502C32}" destId="{CB063578-24FA-4B36-BDC5-121D25ACD178}" srcOrd="0" destOrd="0" presId="urn:microsoft.com/office/officeart/2005/8/layout/bProcess4"/>
    <dgm:cxn modelId="{523D752D-A1E2-48F2-8CF0-B5DD134DC0F2}" type="presOf" srcId="{8DA09E86-1B23-4374-808D-AB2CAB3C138E}" destId="{FA8130BB-6806-4E2E-A537-75540E810D8B}" srcOrd="0" destOrd="0" presId="urn:microsoft.com/office/officeart/2005/8/layout/bProcess4"/>
    <dgm:cxn modelId="{CCA6CAE6-79BB-4BFD-9B93-B4A3E5242929}" type="presOf" srcId="{C0B490A6-2ACE-45E4-B691-658AC5D1FE36}" destId="{FCAD27FA-F64C-418B-A6D0-7950157FDB81}" srcOrd="0" destOrd="0" presId="urn:microsoft.com/office/officeart/2005/8/layout/bProcess4"/>
    <dgm:cxn modelId="{6FECD82C-43E3-437C-B0CF-9AC0900A6D13}" type="presOf" srcId="{4F833A37-B89C-4462-9380-724D5FF42108}" destId="{DEC8A953-1360-4E05-984A-34900FE1C210}" srcOrd="0" destOrd="0" presId="urn:microsoft.com/office/officeart/2005/8/layout/bProcess4"/>
    <dgm:cxn modelId="{806202D8-C3AD-446E-A780-7742956AEA29}" type="presOf" srcId="{0697523C-828D-4DB2-ABC7-660684D37FE5}" destId="{C0173B1B-B709-4C2F-B6EA-73674349273C}" srcOrd="0" destOrd="0" presId="urn:microsoft.com/office/officeart/2005/8/layout/bProcess4"/>
    <dgm:cxn modelId="{F95E4E2C-89D8-46D3-AF04-21CBCE7C6038}" type="presOf" srcId="{BCF24CFC-E85A-4A6E-818E-DAC03CE9EEDF}" destId="{A88D442E-8144-470C-8DA8-013DBA7BE643}" srcOrd="0" destOrd="0" presId="urn:microsoft.com/office/officeart/2005/8/layout/bProcess4"/>
    <dgm:cxn modelId="{2CE6A02A-7891-4EE4-BE66-5AF633672037}" type="presOf" srcId="{1B30EC9D-0E43-46E3-836E-B8CF18DDB8C8}" destId="{2F997CBE-6B14-4C45-A16E-28E5000E043C}" srcOrd="0" destOrd="0" presId="urn:microsoft.com/office/officeart/2005/8/layout/bProcess4"/>
    <dgm:cxn modelId="{B0E562CF-7C4E-4C0B-8AEC-73EBF9E82410}" srcId="{A6154ED2-DDCB-455D-AC22-389F07FEE752}" destId="{F7CFFAD6-61A4-46F4-B453-4A07D63D2CB2}" srcOrd="5" destOrd="0" parTransId="{59C9608F-B50F-4D44-9298-C0A4E020ABE0}" sibTransId="{5B7E66AF-7BD3-463B-A49B-B7CF4B8C51B0}"/>
    <dgm:cxn modelId="{5C9379C4-50F7-4E3A-A7F6-15A8510D2265}" type="presParOf" srcId="{E27006AE-43BF-4CCA-8A21-ECF15618F188}" destId="{A53E7FB9-DE99-4515-8497-30B1BECE421A}" srcOrd="0" destOrd="0" presId="urn:microsoft.com/office/officeart/2005/8/layout/bProcess4"/>
    <dgm:cxn modelId="{5969D509-2514-419A-8D1D-C955AF3458E8}" type="presParOf" srcId="{A53E7FB9-DE99-4515-8497-30B1BECE421A}" destId="{91142A63-8A74-4F14-AFA5-537635544C84}" srcOrd="0" destOrd="0" presId="urn:microsoft.com/office/officeart/2005/8/layout/bProcess4"/>
    <dgm:cxn modelId="{BE2857F8-408A-4E51-B4EC-16C6AEEEC467}" type="presParOf" srcId="{A53E7FB9-DE99-4515-8497-30B1BECE421A}" destId="{A88D442E-8144-470C-8DA8-013DBA7BE643}" srcOrd="1" destOrd="0" presId="urn:microsoft.com/office/officeart/2005/8/layout/bProcess4"/>
    <dgm:cxn modelId="{79A26FF9-2134-41F7-8356-734327C5BD7D}" type="presParOf" srcId="{E27006AE-43BF-4CCA-8A21-ECF15618F188}" destId="{524CA244-067B-46A2-987B-F42590216B5F}" srcOrd="1" destOrd="0" presId="urn:microsoft.com/office/officeart/2005/8/layout/bProcess4"/>
    <dgm:cxn modelId="{B57C3422-018C-4103-97F7-B0D08D89650A}" type="presParOf" srcId="{E27006AE-43BF-4CCA-8A21-ECF15618F188}" destId="{E981DB66-CBBD-452A-BF12-65C5093D8AA9}" srcOrd="2" destOrd="0" presId="urn:microsoft.com/office/officeart/2005/8/layout/bProcess4"/>
    <dgm:cxn modelId="{3F1F080F-63F1-4CCA-8E09-F2CE112759D0}" type="presParOf" srcId="{E981DB66-CBBD-452A-BF12-65C5093D8AA9}" destId="{A095120D-0A94-4A4F-9CF7-A3BFDF24FBEC}" srcOrd="0" destOrd="0" presId="urn:microsoft.com/office/officeart/2005/8/layout/bProcess4"/>
    <dgm:cxn modelId="{0482EE68-425D-449A-9225-596B649CC65D}" type="presParOf" srcId="{E981DB66-CBBD-452A-BF12-65C5093D8AA9}" destId="{D1DB2D0E-23A4-40D0-9EFE-E48084267C45}" srcOrd="1" destOrd="0" presId="urn:microsoft.com/office/officeart/2005/8/layout/bProcess4"/>
    <dgm:cxn modelId="{1D0FA225-A62E-4DAF-BEE5-DA8DD9DB12A9}" type="presParOf" srcId="{E27006AE-43BF-4CCA-8A21-ECF15618F188}" destId="{2F997CBE-6B14-4C45-A16E-28E5000E043C}" srcOrd="3" destOrd="0" presId="urn:microsoft.com/office/officeart/2005/8/layout/bProcess4"/>
    <dgm:cxn modelId="{A2D62350-1A03-44D8-99EC-025F051B4F9C}" type="presParOf" srcId="{E27006AE-43BF-4CCA-8A21-ECF15618F188}" destId="{A71D61C5-3FEF-4DD9-8AA7-166E396058B1}" srcOrd="4" destOrd="0" presId="urn:microsoft.com/office/officeart/2005/8/layout/bProcess4"/>
    <dgm:cxn modelId="{71E9FA7B-614E-478C-BB01-46E7F1278FE5}" type="presParOf" srcId="{A71D61C5-3FEF-4DD9-8AA7-166E396058B1}" destId="{3FF4203B-3776-45AA-A570-8F45FEAAA6B6}" srcOrd="0" destOrd="0" presId="urn:microsoft.com/office/officeart/2005/8/layout/bProcess4"/>
    <dgm:cxn modelId="{88886FCD-44E7-4832-8019-E9D24FADFB22}" type="presParOf" srcId="{A71D61C5-3FEF-4DD9-8AA7-166E396058B1}" destId="{CE0DA9E9-AD42-4665-A881-31CE4D8CB41A}" srcOrd="1" destOrd="0" presId="urn:microsoft.com/office/officeart/2005/8/layout/bProcess4"/>
    <dgm:cxn modelId="{1BF5875F-E58C-4BC9-9BFE-33A4781EFC6E}" type="presParOf" srcId="{E27006AE-43BF-4CCA-8A21-ECF15618F188}" destId="{C0173B1B-B709-4C2F-B6EA-73674349273C}" srcOrd="5" destOrd="0" presId="urn:microsoft.com/office/officeart/2005/8/layout/bProcess4"/>
    <dgm:cxn modelId="{8C2A3CA8-3309-4F4A-AEC6-9666FDEAD573}" type="presParOf" srcId="{E27006AE-43BF-4CCA-8A21-ECF15618F188}" destId="{339E8C98-F51B-4113-A482-DB3C848DE35A}" srcOrd="6" destOrd="0" presId="urn:microsoft.com/office/officeart/2005/8/layout/bProcess4"/>
    <dgm:cxn modelId="{6CFFF718-1B80-4836-AF23-553AB0DDFB02}" type="presParOf" srcId="{339E8C98-F51B-4113-A482-DB3C848DE35A}" destId="{0DC3207C-F98F-4BFB-9B95-3EEEDF25E4D3}" srcOrd="0" destOrd="0" presId="urn:microsoft.com/office/officeart/2005/8/layout/bProcess4"/>
    <dgm:cxn modelId="{7AAF3C27-E94B-497D-8E48-14BF24B8A081}" type="presParOf" srcId="{339E8C98-F51B-4113-A482-DB3C848DE35A}" destId="{1D102D59-2F1D-44ED-928C-F4B374158EC3}" srcOrd="1" destOrd="0" presId="urn:microsoft.com/office/officeart/2005/8/layout/bProcess4"/>
    <dgm:cxn modelId="{FE864AA5-0862-4922-A283-38BE54C5E912}" type="presParOf" srcId="{E27006AE-43BF-4CCA-8A21-ECF15618F188}" destId="{CB063578-24FA-4B36-BDC5-121D25ACD178}" srcOrd="7" destOrd="0" presId="urn:microsoft.com/office/officeart/2005/8/layout/bProcess4"/>
    <dgm:cxn modelId="{DA426D78-99D2-4A3E-9812-615914DAA8E4}" type="presParOf" srcId="{E27006AE-43BF-4CCA-8A21-ECF15618F188}" destId="{C3A96343-4CAB-43C6-AC88-30B51B2751E2}" srcOrd="8" destOrd="0" presId="urn:microsoft.com/office/officeart/2005/8/layout/bProcess4"/>
    <dgm:cxn modelId="{6844F3DA-F792-4E88-BDED-3063B6A47A35}" type="presParOf" srcId="{C3A96343-4CAB-43C6-AC88-30B51B2751E2}" destId="{CD69969B-B8E3-46FB-B06C-15E399387ED0}" srcOrd="0" destOrd="0" presId="urn:microsoft.com/office/officeart/2005/8/layout/bProcess4"/>
    <dgm:cxn modelId="{8665730C-61E7-4B55-ACB3-3F03397A52D9}" type="presParOf" srcId="{C3A96343-4CAB-43C6-AC88-30B51B2751E2}" destId="{6D8E5DD8-93BD-4C2D-B542-022BF928654B}" srcOrd="1" destOrd="0" presId="urn:microsoft.com/office/officeart/2005/8/layout/bProcess4"/>
    <dgm:cxn modelId="{8EDB4015-69CF-4889-91B3-FDB51D63866E}" type="presParOf" srcId="{E27006AE-43BF-4CCA-8A21-ECF15618F188}" destId="{D91A5D2B-1D87-4841-98A5-E67745B5C91D}" srcOrd="9" destOrd="0" presId="urn:microsoft.com/office/officeart/2005/8/layout/bProcess4"/>
    <dgm:cxn modelId="{A403659B-A471-4CB8-BC83-42CAFCBC93F1}" type="presParOf" srcId="{E27006AE-43BF-4CCA-8A21-ECF15618F188}" destId="{E0EADEAB-07A1-4EC0-AFB8-69437114466A}" srcOrd="10" destOrd="0" presId="urn:microsoft.com/office/officeart/2005/8/layout/bProcess4"/>
    <dgm:cxn modelId="{BBB0806D-F2C2-4795-9A06-44124904C252}" type="presParOf" srcId="{E0EADEAB-07A1-4EC0-AFB8-69437114466A}" destId="{C5A2BBD8-41C5-432A-B9E5-B3F7F43338ED}" srcOrd="0" destOrd="0" presId="urn:microsoft.com/office/officeart/2005/8/layout/bProcess4"/>
    <dgm:cxn modelId="{2BD071D1-72F4-495A-AB19-02C71BA085BA}" type="presParOf" srcId="{E0EADEAB-07A1-4EC0-AFB8-69437114466A}" destId="{D8E0506A-609A-4EBE-9AFB-2AF11372618A}" srcOrd="1" destOrd="0" presId="urn:microsoft.com/office/officeart/2005/8/layout/bProcess4"/>
    <dgm:cxn modelId="{FCE5FFDE-F09F-46DA-948A-B3908174FA09}" type="presParOf" srcId="{E27006AE-43BF-4CCA-8A21-ECF15618F188}" destId="{9C8421FE-A2A9-4249-88A1-D1D8CC264DC1}" srcOrd="11" destOrd="0" presId="urn:microsoft.com/office/officeart/2005/8/layout/bProcess4"/>
    <dgm:cxn modelId="{A0E0B071-080A-4D40-B416-424E783835EB}" type="presParOf" srcId="{E27006AE-43BF-4CCA-8A21-ECF15618F188}" destId="{D0485938-D4FC-4C6B-8A0B-FFE7EE43688E}" srcOrd="12" destOrd="0" presId="urn:microsoft.com/office/officeart/2005/8/layout/bProcess4"/>
    <dgm:cxn modelId="{69CBDFCB-4F8F-4B0F-87C4-3F11CC37941E}" type="presParOf" srcId="{D0485938-D4FC-4C6B-8A0B-FFE7EE43688E}" destId="{65CF60DD-E5FB-46C4-B39F-B53BA06BE945}" srcOrd="0" destOrd="0" presId="urn:microsoft.com/office/officeart/2005/8/layout/bProcess4"/>
    <dgm:cxn modelId="{64411BE5-5FBB-47BE-AADD-BDD189E2A1F4}" type="presParOf" srcId="{D0485938-D4FC-4C6B-8A0B-FFE7EE43688E}" destId="{F0FA007D-CAD3-4702-988C-DA57A476FE40}" srcOrd="1" destOrd="0" presId="urn:microsoft.com/office/officeart/2005/8/layout/bProcess4"/>
    <dgm:cxn modelId="{6E2903B5-2901-499F-A5D6-5EA95EBBB23D}" type="presParOf" srcId="{E27006AE-43BF-4CCA-8A21-ECF15618F188}" destId="{FCAD27FA-F64C-418B-A6D0-7950157FDB81}" srcOrd="13" destOrd="0" presId="urn:microsoft.com/office/officeart/2005/8/layout/bProcess4"/>
    <dgm:cxn modelId="{50726053-B348-4498-9859-4317C69ABD9F}" type="presParOf" srcId="{E27006AE-43BF-4CCA-8A21-ECF15618F188}" destId="{D57B5CE8-FE13-48E3-832F-4EB6B7ED44A4}" srcOrd="14" destOrd="0" presId="urn:microsoft.com/office/officeart/2005/8/layout/bProcess4"/>
    <dgm:cxn modelId="{B38753B7-3BF6-4C9F-AF81-A21BAD7DB435}" type="presParOf" srcId="{D57B5CE8-FE13-48E3-832F-4EB6B7ED44A4}" destId="{BC80307B-807C-4B47-9FB6-0FE8EAC832B7}" srcOrd="0" destOrd="0" presId="urn:microsoft.com/office/officeart/2005/8/layout/bProcess4"/>
    <dgm:cxn modelId="{C262025B-DC02-48E9-9C92-8B8B1CBB2888}" type="presParOf" srcId="{D57B5CE8-FE13-48E3-832F-4EB6B7ED44A4}" destId="{BD2C32FB-4644-43D5-AA85-FF54074EEF57}" srcOrd="1" destOrd="0" presId="urn:microsoft.com/office/officeart/2005/8/layout/bProcess4"/>
    <dgm:cxn modelId="{A445A68D-CB7C-4347-8D6C-1874BBD2E99C}" type="presParOf" srcId="{E27006AE-43BF-4CCA-8A21-ECF15618F188}" destId="{A92FA595-E2DE-4D07-8E82-2C84E9418292}" srcOrd="15" destOrd="0" presId="urn:microsoft.com/office/officeart/2005/8/layout/bProcess4"/>
    <dgm:cxn modelId="{4EDDCBFE-F1E3-4BDC-A20E-58EEAA6620B3}" type="presParOf" srcId="{E27006AE-43BF-4CCA-8A21-ECF15618F188}" destId="{F9E9767A-2C05-4ECB-9AAF-7BEF5DE6B1CA}" srcOrd="16" destOrd="0" presId="urn:microsoft.com/office/officeart/2005/8/layout/bProcess4"/>
    <dgm:cxn modelId="{63BC2C0B-3634-4DE1-880A-45183684D71C}" type="presParOf" srcId="{F9E9767A-2C05-4ECB-9AAF-7BEF5DE6B1CA}" destId="{0F829F5B-C94F-4E35-B0F2-44672EFE17EB}" srcOrd="0" destOrd="0" presId="urn:microsoft.com/office/officeart/2005/8/layout/bProcess4"/>
    <dgm:cxn modelId="{0DB73E66-5210-44A5-A582-500DB5B67687}" type="presParOf" srcId="{F9E9767A-2C05-4ECB-9AAF-7BEF5DE6B1CA}" destId="{38872492-437A-4197-989D-E6A24CABBC0D}" srcOrd="1" destOrd="0" presId="urn:microsoft.com/office/officeart/2005/8/layout/bProcess4"/>
    <dgm:cxn modelId="{A4B376EB-5AE4-457D-890D-D539B865AD38}" type="presParOf" srcId="{E27006AE-43BF-4CCA-8A21-ECF15618F188}" destId="{B988D6C3-2372-4AF4-8F39-ED3D111336FB}" srcOrd="17" destOrd="0" presId="urn:microsoft.com/office/officeart/2005/8/layout/bProcess4"/>
    <dgm:cxn modelId="{747B46C6-F789-495C-9949-B41294BBB4C3}" type="presParOf" srcId="{E27006AE-43BF-4CCA-8A21-ECF15618F188}" destId="{2D331C61-269A-45BD-ADBF-9E422D2C9C4B}" srcOrd="18" destOrd="0" presId="urn:microsoft.com/office/officeart/2005/8/layout/bProcess4"/>
    <dgm:cxn modelId="{76C84A8B-C0FC-483C-8885-7FEC5939721C}" type="presParOf" srcId="{2D331C61-269A-45BD-ADBF-9E422D2C9C4B}" destId="{1DC7C525-F56F-4C86-94BA-F99AF3D7D4B3}" srcOrd="0" destOrd="0" presId="urn:microsoft.com/office/officeart/2005/8/layout/bProcess4"/>
    <dgm:cxn modelId="{4698DBDC-6B84-4536-B5D6-2961B96A6E6E}" type="presParOf" srcId="{2D331C61-269A-45BD-ADBF-9E422D2C9C4B}" destId="{DEC8A953-1360-4E05-984A-34900FE1C210}" srcOrd="1" destOrd="0" presId="urn:microsoft.com/office/officeart/2005/8/layout/bProcess4"/>
    <dgm:cxn modelId="{F91042F5-79F4-4233-B2EE-83FBEC777A05}" type="presParOf" srcId="{E27006AE-43BF-4CCA-8A21-ECF15618F188}" destId="{FA8130BB-6806-4E2E-A537-75540E810D8B}" srcOrd="19" destOrd="0" presId="urn:microsoft.com/office/officeart/2005/8/layout/bProcess4"/>
    <dgm:cxn modelId="{B05A4F75-E95D-45B3-8380-26887A0162F4}" type="presParOf" srcId="{E27006AE-43BF-4CCA-8A21-ECF15618F188}" destId="{21DB7D4F-E241-4611-B88F-844382FE6424}" srcOrd="20" destOrd="0" presId="urn:microsoft.com/office/officeart/2005/8/layout/bProcess4"/>
    <dgm:cxn modelId="{1A9CFDC3-297D-4135-9B56-2C93BD7252FA}" type="presParOf" srcId="{21DB7D4F-E241-4611-B88F-844382FE6424}" destId="{616C0273-CF58-422E-8B80-C9058EC55F52}" srcOrd="0" destOrd="0" presId="urn:microsoft.com/office/officeart/2005/8/layout/bProcess4"/>
    <dgm:cxn modelId="{6D78F3EF-B193-4ABB-95E9-41DB3E6962CA}" type="presParOf" srcId="{21DB7D4F-E241-4611-B88F-844382FE6424}" destId="{E8FB5BA3-60B7-41B1-8336-4A0353A7C964}" srcOrd="1" destOrd="0" presId="urn:microsoft.com/office/officeart/2005/8/layout/bProcess4"/>
    <dgm:cxn modelId="{293A0609-1AA7-4C10-B3D1-51448EDC6C53}" type="presParOf" srcId="{E27006AE-43BF-4CCA-8A21-ECF15618F188}" destId="{B660DD75-49B2-447E-91A7-00AA58EA5FDB}" srcOrd="21" destOrd="0" presId="urn:microsoft.com/office/officeart/2005/8/layout/bProcess4"/>
    <dgm:cxn modelId="{C5E4C381-0C41-4DF1-B457-2F43D68BA4CC}" type="presParOf" srcId="{E27006AE-43BF-4CCA-8A21-ECF15618F188}" destId="{F8F8572D-6690-4A37-9537-4F5AC3C44F5D}" srcOrd="22" destOrd="0" presId="urn:microsoft.com/office/officeart/2005/8/layout/bProcess4"/>
    <dgm:cxn modelId="{EAFA6034-934D-4F55-9BE6-2B3D179CEEAA}" type="presParOf" srcId="{F8F8572D-6690-4A37-9537-4F5AC3C44F5D}" destId="{EFF5FE83-998A-410F-8DD0-A1243691B602}" srcOrd="0" destOrd="0" presId="urn:microsoft.com/office/officeart/2005/8/layout/bProcess4"/>
    <dgm:cxn modelId="{7480C444-5B0D-4314-A97C-0F80FB34987D}" type="presParOf" srcId="{F8F8572D-6690-4A37-9537-4F5AC3C44F5D}" destId="{6D6C1F59-9679-4243-94C4-68BB099AF46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CA244-067B-46A2-987B-F42590216B5F}">
      <dsp:nvSpPr>
        <dsp:cNvPr id="0" name=""/>
        <dsp:cNvSpPr/>
      </dsp:nvSpPr>
      <dsp:spPr>
        <a:xfrm rot="5400000">
          <a:off x="824843" y="932330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D442E-8144-470C-8DA8-013DBA7BE643}">
      <dsp:nvSpPr>
        <dsp:cNvPr id="0" name=""/>
        <dsp:cNvSpPr/>
      </dsp:nvSpPr>
      <dsp:spPr>
        <a:xfrm>
          <a:off x="1159090" y="1217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Musical.ly</a:t>
          </a:r>
          <a:r>
            <a:rPr lang="zh-CN" altLang="en-US" sz="1900" kern="1200" dirty="0" smtClean="0"/>
            <a:t>在海外流行</a:t>
          </a:r>
          <a:endParaRPr lang="zh-CN" altLang="en-US" sz="1900" kern="1200" dirty="0"/>
        </a:p>
      </dsp:txBody>
      <dsp:txXfrm>
        <a:off x="1193401" y="35528"/>
        <a:ext cx="1883798" cy="1102830"/>
      </dsp:txXfrm>
    </dsp:sp>
    <dsp:sp modelId="{2F997CBE-6B14-4C45-A16E-28E5000E043C}">
      <dsp:nvSpPr>
        <dsp:cNvPr id="0" name=""/>
        <dsp:cNvSpPr/>
      </dsp:nvSpPr>
      <dsp:spPr>
        <a:xfrm rot="5400000">
          <a:off x="824843" y="2396645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B2D0E-23A4-40D0-9EFE-E48084267C45}">
      <dsp:nvSpPr>
        <dsp:cNvPr id="0" name=""/>
        <dsp:cNvSpPr/>
      </dsp:nvSpPr>
      <dsp:spPr>
        <a:xfrm>
          <a:off x="1159090" y="1465532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抖音出炉</a:t>
          </a:r>
          <a:r>
            <a:rPr lang="en-US" altLang="zh-CN" sz="1900" kern="1200" dirty="0" smtClean="0"/>
            <a:t>musical.ly</a:t>
          </a:r>
          <a:r>
            <a:rPr lang="zh-CN" altLang="en-US" sz="1900" kern="1200" dirty="0" smtClean="0"/>
            <a:t>控告抖音抄袭</a:t>
          </a:r>
          <a:endParaRPr lang="zh-CN" altLang="en-US" sz="1900" kern="1200" dirty="0"/>
        </a:p>
      </dsp:txBody>
      <dsp:txXfrm>
        <a:off x="1193401" y="1499843"/>
        <a:ext cx="1883798" cy="1102830"/>
      </dsp:txXfrm>
    </dsp:sp>
    <dsp:sp modelId="{C0173B1B-B709-4C2F-B6EA-73674349273C}">
      <dsp:nvSpPr>
        <dsp:cNvPr id="0" name=""/>
        <dsp:cNvSpPr/>
      </dsp:nvSpPr>
      <dsp:spPr>
        <a:xfrm rot="5400000">
          <a:off x="824843" y="3860961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DA9E9-AD42-4665-A881-31CE4D8CB41A}">
      <dsp:nvSpPr>
        <dsp:cNvPr id="0" name=""/>
        <dsp:cNvSpPr/>
      </dsp:nvSpPr>
      <dsp:spPr>
        <a:xfrm>
          <a:off x="1159090" y="2929848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字节跳动收购</a:t>
          </a:r>
          <a:r>
            <a:rPr lang="en-US" altLang="zh-CN" sz="1900" kern="1200" dirty="0" smtClean="0"/>
            <a:t>musical.ly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被美国调查</a:t>
          </a:r>
          <a:endParaRPr lang="en-US" altLang="zh-CN" sz="1900" kern="1200" dirty="0" smtClean="0"/>
        </a:p>
      </dsp:txBody>
      <dsp:txXfrm>
        <a:off x="1193401" y="2964159"/>
        <a:ext cx="1883798" cy="1102830"/>
      </dsp:txXfrm>
    </dsp:sp>
    <dsp:sp modelId="{CB063578-24FA-4B36-BDC5-121D25ACD178}">
      <dsp:nvSpPr>
        <dsp:cNvPr id="0" name=""/>
        <dsp:cNvSpPr/>
      </dsp:nvSpPr>
      <dsp:spPr>
        <a:xfrm>
          <a:off x="1557001" y="4593118"/>
          <a:ext cx="2589292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02D59-2F1D-44ED-928C-F4B374158EC3}">
      <dsp:nvSpPr>
        <dsp:cNvPr id="0" name=""/>
        <dsp:cNvSpPr/>
      </dsp:nvSpPr>
      <dsp:spPr>
        <a:xfrm>
          <a:off x="1159090" y="4394163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美国部分组织禁止其成员使用</a:t>
          </a:r>
          <a:r>
            <a:rPr lang="en-US" altLang="zh-CN" sz="1900" kern="1200" dirty="0" err="1" smtClean="0"/>
            <a:t>tiktok</a:t>
          </a:r>
          <a:endParaRPr lang="zh-CN" altLang="en-US" sz="1900" kern="1200" dirty="0"/>
        </a:p>
      </dsp:txBody>
      <dsp:txXfrm>
        <a:off x="1193401" y="4428474"/>
        <a:ext cx="1883798" cy="1102830"/>
      </dsp:txXfrm>
    </dsp:sp>
    <dsp:sp modelId="{D91A5D2B-1D87-4841-98A5-E67745B5C91D}">
      <dsp:nvSpPr>
        <dsp:cNvPr id="0" name=""/>
        <dsp:cNvSpPr/>
      </dsp:nvSpPr>
      <dsp:spPr>
        <a:xfrm rot="16200000">
          <a:off x="3421563" y="3860961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E5DD8-93BD-4C2D-B542-022BF928654B}">
      <dsp:nvSpPr>
        <dsp:cNvPr id="0" name=""/>
        <dsp:cNvSpPr/>
      </dsp:nvSpPr>
      <dsp:spPr>
        <a:xfrm>
          <a:off x="3755809" y="4394163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特朗普号召民众对抗</a:t>
          </a:r>
          <a:r>
            <a:rPr lang="en-US" altLang="zh-CN" sz="1900" kern="1200" dirty="0" err="1" smtClean="0"/>
            <a:t>tiktok</a:t>
          </a:r>
          <a:endParaRPr lang="zh-CN" altLang="en-US" sz="1900" kern="1200" dirty="0"/>
        </a:p>
      </dsp:txBody>
      <dsp:txXfrm>
        <a:off x="3790120" y="4428474"/>
        <a:ext cx="1883798" cy="1102830"/>
      </dsp:txXfrm>
    </dsp:sp>
    <dsp:sp modelId="{9C8421FE-A2A9-4249-88A1-D1D8CC264DC1}">
      <dsp:nvSpPr>
        <dsp:cNvPr id="0" name=""/>
        <dsp:cNvSpPr/>
      </dsp:nvSpPr>
      <dsp:spPr>
        <a:xfrm rot="16200000">
          <a:off x="3421563" y="2396645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0506A-609A-4EBE-9AFB-2AF11372618A}">
      <dsp:nvSpPr>
        <dsp:cNvPr id="0" name=""/>
        <dsp:cNvSpPr/>
      </dsp:nvSpPr>
      <dsp:spPr>
        <a:xfrm>
          <a:off x="3755809" y="2929848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特朗普要求字节跳动把</a:t>
          </a:r>
          <a:r>
            <a:rPr lang="en-US" altLang="zh-CN" sz="1900" kern="1200" dirty="0" err="1" smtClean="0"/>
            <a:t>tiktok</a:t>
          </a:r>
          <a:r>
            <a:rPr lang="zh-CN" altLang="en-US" sz="1900" kern="1200" dirty="0" smtClean="0"/>
            <a:t>卖给美国</a:t>
          </a:r>
          <a:endParaRPr lang="zh-CN" altLang="en-US" sz="1900" kern="1200" dirty="0"/>
        </a:p>
      </dsp:txBody>
      <dsp:txXfrm>
        <a:off x="3790120" y="2964159"/>
        <a:ext cx="1883798" cy="1102830"/>
      </dsp:txXfrm>
    </dsp:sp>
    <dsp:sp modelId="{FCAD27FA-F64C-418B-A6D0-7950157FDB81}">
      <dsp:nvSpPr>
        <dsp:cNvPr id="0" name=""/>
        <dsp:cNvSpPr/>
      </dsp:nvSpPr>
      <dsp:spPr>
        <a:xfrm rot="16200000">
          <a:off x="3421563" y="932330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A007D-CAD3-4702-988C-DA57A476FE40}">
      <dsp:nvSpPr>
        <dsp:cNvPr id="0" name=""/>
        <dsp:cNvSpPr/>
      </dsp:nvSpPr>
      <dsp:spPr>
        <a:xfrm>
          <a:off x="3755809" y="1465532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张一鸣没有强烈抗议美国的决定</a:t>
          </a:r>
          <a:endParaRPr lang="zh-CN" altLang="en-US" sz="1900" kern="1200" dirty="0"/>
        </a:p>
      </dsp:txBody>
      <dsp:txXfrm>
        <a:off x="3790120" y="1499843"/>
        <a:ext cx="1883798" cy="1102830"/>
      </dsp:txXfrm>
    </dsp:sp>
    <dsp:sp modelId="{A92FA595-E2DE-4D07-8E82-2C84E9418292}">
      <dsp:nvSpPr>
        <dsp:cNvPr id="0" name=""/>
        <dsp:cNvSpPr/>
      </dsp:nvSpPr>
      <dsp:spPr>
        <a:xfrm>
          <a:off x="4153720" y="200172"/>
          <a:ext cx="2589292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C32FB-4644-43D5-AA85-FF54074EEF57}">
      <dsp:nvSpPr>
        <dsp:cNvPr id="0" name=""/>
        <dsp:cNvSpPr/>
      </dsp:nvSpPr>
      <dsp:spPr>
        <a:xfrm>
          <a:off x="3755809" y="1217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特朗普要求美国不与字节跳动进行交易</a:t>
          </a:r>
          <a:endParaRPr lang="zh-CN" altLang="en-US" sz="1900" kern="1200" dirty="0"/>
        </a:p>
      </dsp:txBody>
      <dsp:txXfrm>
        <a:off x="3790120" y="35528"/>
        <a:ext cx="1883798" cy="1102830"/>
      </dsp:txXfrm>
    </dsp:sp>
    <dsp:sp modelId="{B988D6C3-2372-4AF4-8F39-ED3D111336FB}">
      <dsp:nvSpPr>
        <dsp:cNvPr id="0" name=""/>
        <dsp:cNvSpPr/>
      </dsp:nvSpPr>
      <dsp:spPr>
        <a:xfrm rot="5400000">
          <a:off x="6018282" y="932330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72492-437A-4197-989D-E6A24CABBC0D}">
      <dsp:nvSpPr>
        <dsp:cNvPr id="0" name=""/>
        <dsp:cNvSpPr/>
      </dsp:nvSpPr>
      <dsp:spPr>
        <a:xfrm>
          <a:off x="6352528" y="1217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张一鸣同意美国的决定</a:t>
          </a:r>
          <a:endParaRPr lang="zh-CN" altLang="en-US" sz="1900" kern="1200" dirty="0"/>
        </a:p>
      </dsp:txBody>
      <dsp:txXfrm>
        <a:off x="6386839" y="35528"/>
        <a:ext cx="1883798" cy="1102830"/>
      </dsp:txXfrm>
    </dsp:sp>
    <dsp:sp modelId="{FA8130BB-6806-4E2E-A537-75540E810D8B}">
      <dsp:nvSpPr>
        <dsp:cNvPr id="0" name=""/>
        <dsp:cNvSpPr/>
      </dsp:nvSpPr>
      <dsp:spPr>
        <a:xfrm rot="5400000">
          <a:off x="6018282" y="2396645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8A953-1360-4E05-984A-34900FE1C210}">
      <dsp:nvSpPr>
        <dsp:cNvPr id="0" name=""/>
        <dsp:cNvSpPr/>
      </dsp:nvSpPr>
      <dsp:spPr>
        <a:xfrm>
          <a:off x="6352528" y="1465532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特朗普要求字节跳动直接退出</a:t>
          </a:r>
          <a:r>
            <a:rPr lang="en-US" altLang="zh-CN" sz="1900" kern="1200" dirty="0" err="1" smtClean="0"/>
            <a:t>tiktok</a:t>
          </a:r>
          <a:endParaRPr lang="zh-CN" altLang="en-US" sz="1900" kern="1200" dirty="0"/>
        </a:p>
      </dsp:txBody>
      <dsp:txXfrm>
        <a:off x="6386839" y="1499843"/>
        <a:ext cx="1883798" cy="1102830"/>
      </dsp:txXfrm>
    </dsp:sp>
    <dsp:sp modelId="{B660DD75-49B2-447E-91A7-00AA58EA5FDB}">
      <dsp:nvSpPr>
        <dsp:cNvPr id="0" name=""/>
        <dsp:cNvSpPr/>
      </dsp:nvSpPr>
      <dsp:spPr>
        <a:xfrm rot="5400000">
          <a:off x="6018282" y="3860961"/>
          <a:ext cx="1456888" cy="17571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B5BA3-60B7-41B1-8336-4A0353A7C964}">
      <dsp:nvSpPr>
        <dsp:cNvPr id="0" name=""/>
        <dsp:cNvSpPr/>
      </dsp:nvSpPr>
      <dsp:spPr>
        <a:xfrm>
          <a:off x="6352528" y="2929848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张一鸣不满并起诉特朗普</a:t>
          </a:r>
          <a:endParaRPr lang="zh-CN" altLang="en-US" sz="1900" kern="1200" dirty="0"/>
        </a:p>
      </dsp:txBody>
      <dsp:txXfrm>
        <a:off x="6386839" y="2964159"/>
        <a:ext cx="1883798" cy="1102830"/>
      </dsp:txXfrm>
    </dsp:sp>
    <dsp:sp modelId="{6D6C1F59-9679-4243-94C4-68BB099AF464}">
      <dsp:nvSpPr>
        <dsp:cNvPr id="0" name=""/>
        <dsp:cNvSpPr/>
      </dsp:nvSpPr>
      <dsp:spPr>
        <a:xfrm>
          <a:off x="6352528" y="4394163"/>
          <a:ext cx="1952420" cy="1171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中国宣布向美国出口须经政府同意</a:t>
          </a:r>
          <a:endParaRPr lang="en-US" altLang="zh-CN" sz="1900" kern="1200" dirty="0" smtClean="0"/>
        </a:p>
      </dsp:txBody>
      <dsp:txXfrm>
        <a:off x="6386839" y="4428474"/>
        <a:ext cx="1883798" cy="1102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86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906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22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89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9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92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31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35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99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42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86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13B3A4-5750-4A62-9021-0DED47F74E37}" type="datetimeFigureOut">
              <a:rPr lang="zh-CN" altLang="en-US" smtClean="0"/>
              <a:t>2020/9/15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D276C2-1E53-4638-88CC-9820A68DDD7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13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Tiktok</a:t>
            </a:r>
            <a:r>
              <a:rPr lang="zh-CN" altLang="en-US" dirty="0"/>
              <a:t>事件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22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888449615"/>
              </p:ext>
            </p:extLst>
          </p:nvPr>
        </p:nvGraphicFramePr>
        <p:xfrm>
          <a:off x="1291590" y="331470"/>
          <a:ext cx="9464040" cy="5566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705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110" y="1902947"/>
            <a:ext cx="6477000" cy="45434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163" y="280182"/>
            <a:ext cx="6223634" cy="19672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73" y="2505880"/>
            <a:ext cx="5938685" cy="394049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2" y="434340"/>
            <a:ext cx="4241101" cy="433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8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谢谢观看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79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198</TotalTime>
  <Words>100</Words>
  <Application>Microsoft Office PowerPoint</Application>
  <PresentationFormat>宽屏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宋体</vt:lpstr>
      <vt:lpstr>Calibri</vt:lpstr>
      <vt:lpstr>Calibri Light</vt:lpstr>
      <vt:lpstr>回顾</vt:lpstr>
      <vt:lpstr>Tiktok事件</vt:lpstr>
      <vt:lpstr>PowerPoint 演示文稿</vt:lpstr>
      <vt:lpstr>PowerPoint 演示文稿</vt:lpstr>
      <vt:lpstr>谢谢观看</vt:lpstr>
    </vt:vector>
  </TitlesOfParts>
  <Company>GL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did Trump do to ByteDance</dc:title>
  <dc:creator>Xthoa</dc:creator>
  <cp:keywords>school</cp:keywords>
  <cp:lastModifiedBy>徐 研哲</cp:lastModifiedBy>
  <cp:revision>13</cp:revision>
  <dcterms:created xsi:type="dcterms:W3CDTF">2020-09-15T12:31:35Z</dcterms:created>
  <dcterms:modified xsi:type="dcterms:W3CDTF">2020-09-15T15:50:20Z</dcterms:modified>
</cp:coreProperties>
</file>